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3512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5600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2931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03032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8819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6412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6980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9302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730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091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5330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F7238-7B09-418B-BE7C-01EDF718FFCC}" type="datetimeFigureOut">
              <a:rPr lang="es-GT" smtClean="0"/>
              <a:t>13/09/2022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98721-A045-458B-A3B8-CC617657565A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126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Dicotómico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23861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33" y="844730"/>
            <a:ext cx="11634701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6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4284617" y="574766"/>
            <a:ext cx="3596640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Gestion</a:t>
            </a:r>
            <a:r>
              <a:rPr lang="en-US" dirty="0" smtClean="0"/>
              <a:t> de </a:t>
            </a:r>
            <a:r>
              <a:rPr lang="en-US" dirty="0" err="1" smtClean="0"/>
              <a:t>Enmiendas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parte de director Sub Regional</a:t>
            </a:r>
            <a:endParaRPr lang="es-GT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4219302" y="1097281"/>
            <a:ext cx="1027612" cy="975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>
            <a:endCxn id="15" idx="0"/>
          </p:cNvCxnSpPr>
          <p:nvPr/>
        </p:nvCxnSpPr>
        <p:spPr>
          <a:xfrm flipH="1">
            <a:off x="5297320" y="1088572"/>
            <a:ext cx="380668" cy="934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endCxn id="17" idx="0"/>
          </p:cNvCxnSpPr>
          <p:nvPr/>
        </p:nvCxnSpPr>
        <p:spPr>
          <a:xfrm>
            <a:off x="6757852" y="1088572"/>
            <a:ext cx="28847" cy="984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endCxn id="19" idx="0"/>
          </p:cNvCxnSpPr>
          <p:nvPr/>
        </p:nvCxnSpPr>
        <p:spPr>
          <a:xfrm>
            <a:off x="7585166" y="1062446"/>
            <a:ext cx="2485968" cy="1010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3426472" y="2107476"/>
            <a:ext cx="89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Juridica</a:t>
            </a:r>
            <a:endParaRPr lang="es-GT" dirty="0"/>
          </a:p>
        </p:txBody>
      </p:sp>
      <p:sp>
        <p:nvSpPr>
          <p:cNvPr id="15" name="CuadroTexto 14"/>
          <p:cNvSpPr txBox="1"/>
          <p:nvPr/>
        </p:nvSpPr>
        <p:spPr>
          <a:xfrm>
            <a:off x="4861944" y="202296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Tecnica</a:t>
            </a:r>
            <a:endParaRPr lang="es-GT" dirty="0"/>
          </a:p>
        </p:txBody>
      </p:sp>
      <p:sp>
        <p:nvSpPr>
          <p:cNvPr id="17" name="CuadroTexto 16"/>
          <p:cNvSpPr txBox="1"/>
          <p:nvPr/>
        </p:nvSpPr>
        <p:spPr>
          <a:xfrm>
            <a:off x="5901039" y="2072641"/>
            <a:ext cx="177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Técnica</a:t>
            </a:r>
            <a:r>
              <a:rPr lang="en-US" dirty="0" smtClean="0"/>
              <a:t> y </a:t>
            </a:r>
            <a:r>
              <a:rPr lang="en-US" dirty="0" err="1" smtClean="0"/>
              <a:t>jurídica</a:t>
            </a:r>
            <a:endParaRPr lang="es-GT" dirty="0"/>
          </a:p>
        </p:txBody>
      </p:sp>
      <p:sp>
        <p:nvSpPr>
          <p:cNvPr id="19" name="CuadroTexto 18"/>
          <p:cNvSpPr txBox="1"/>
          <p:nvPr/>
        </p:nvSpPr>
        <p:spPr>
          <a:xfrm>
            <a:off x="9374885" y="2072641"/>
            <a:ext cx="1392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Sub Regional</a:t>
            </a:r>
            <a:endParaRPr lang="es-GT" dirty="0"/>
          </a:p>
        </p:txBody>
      </p:sp>
      <p:sp>
        <p:nvSpPr>
          <p:cNvPr id="21" name="Rectángulo redondeado 20"/>
          <p:cNvSpPr/>
          <p:nvPr/>
        </p:nvSpPr>
        <p:spPr>
          <a:xfrm>
            <a:off x="2790746" y="3056711"/>
            <a:ext cx="1235123" cy="522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Anexos</a:t>
            </a:r>
            <a:r>
              <a:rPr lang="en-US" dirty="0" smtClean="0"/>
              <a:t> </a:t>
            </a:r>
            <a:r>
              <a:rPr lang="en-US" dirty="0" err="1" smtClean="0"/>
              <a:t>Secretaria</a:t>
            </a:r>
            <a:endParaRPr lang="es-GT" dirty="0"/>
          </a:p>
        </p:txBody>
      </p:sp>
      <p:cxnSp>
        <p:nvCxnSpPr>
          <p:cNvPr id="22" name="Conector recto de flecha 21"/>
          <p:cNvCxnSpPr>
            <a:stCxn id="14" idx="2"/>
            <a:endCxn id="21" idx="0"/>
          </p:cNvCxnSpPr>
          <p:nvPr/>
        </p:nvCxnSpPr>
        <p:spPr>
          <a:xfrm flipH="1">
            <a:off x="3408308" y="2476808"/>
            <a:ext cx="465402" cy="579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redondeado 25"/>
          <p:cNvSpPr/>
          <p:nvPr/>
        </p:nvSpPr>
        <p:spPr>
          <a:xfrm>
            <a:off x="4611188" y="3091547"/>
            <a:ext cx="1271451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Usuario</a:t>
            </a:r>
            <a:endParaRPr lang="es-GT" dirty="0"/>
          </a:p>
        </p:txBody>
      </p:sp>
      <p:cxnSp>
        <p:nvCxnSpPr>
          <p:cNvPr id="27" name="Conector recto de flecha 26"/>
          <p:cNvCxnSpPr>
            <a:stCxn id="15" idx="2"/>
            <a:endCxn id="26" idx="0"/>
          </p:cNvCxnSpPr>
          <p:nvPr/>
        </p:nvCxnSpPr>
        <p:spPr>
          <a:xfrm flipH="1">
            <a:off x="5246914" y="2392292"/>
            <a:ext cx="50406" cy="699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redondeado 30"/>
          <p:cNvSpPr/>
          <p:nvPr/>
        </p:nvSpPr>
        <p:spPr>
          <a:xfrm>
            <a:off x="6190215" y="3091547"/>
            <a:ext cx="1271451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Anexos</a:t>
            </a:r>
            <a:r>
              <a:rPr lang="en-US" dirty="0" smtClean="0"/>
              <a:t> </a:t>
            </a:r>
            <a:r>
              <a:rPr lang="en-US" dirty="0" err="1" smtClean="0"/>
              <a:t>Secretaria</a:t>
            </a:r>
            <a:endParaRPr lang="es-GT" dirty="0"/>
          </a:p>
        </p:txBody>
      </p:sp>
      <p:sp>
        <p:nvSpPr>
          <p:cNvPr id="32" name="Rectángulo redondeado 31"/>
          <p:cNvSpPr/>
          <p:nvPr/>
        </p:nvSpPr>
        <p:spPr>
          <a:xfrm>
            <a:off x="7644194" y="3074129"/>
            <a:ext cx="1271451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Usuario</a:t>
            </a:r>
            <a:endParaRPr lang="es-GT" dirty="0"/>
          </a:p>
        </p:txBody>
      </p:sp>
      <p:cxnSp>
        <p:nvCxnSpPr>
          <p:cNvPr id="33" name="Conector recto de flecha 32"/>
          <p:cNvCxnSpPr/>
          <p:nvPr/>
        </p:nvCxnSpPr>
        <p:spPr>
          <a:xfrm>
            <a:off x="6812826" y="2415847"/>
            <a:ext cx="13115" cy="623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>
            <a:endCxn id="32" idx="0"/>
          </p:cNvCxnSpPr>
          <p:nvPr/>
        </p:nvCxnSpPr>
        <p:spPr>
          <a:xfrm>
            <a:off x="7190446" y="2422770"/>
            <a:ext cx="1089474" cy="65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redondeado 37"/>
          <p:cNvSpPr/>
          <p:nvPr/>
        </p:nvSpPr>
        <p:spPr>
          <a:xfrm>
            <a:off x="9253784" y="2977051"/>
            <a:ext cx="1457325" cy="6531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Correcciones</a:t>
            </a:r>
            <a:endParaRPr lang="en-US" dirty="0" smtClean="0"/>
          </a:p>
          <a:p>
            <a:pPr algn="ctr"/>
            <a:r>
              <a:rPr lang="en-US" dirty="0" err="1" smtClean="0"/>
              <a:t>Usuario</a:t>
            </a:r>
            <a:endParaRPr lang="es-GT" dirty="0"/>
          </a:p>
        </p:txBody>
      </p:sp>
      <p:cxnSp>
        <p:nvCxnSpPr>
          <p:cNvPr id="44" name="Conector recto de flecha 43"/>
          <p:cNvCxnSpPr>
            <a:endCxn id="38" idx="0"/>
          </p:cNvCxnSpPr>
          <p:nvPr/>
        </p:nvCxnSpPr>
        <p:spPr>
          <a:xfrm>
            <a:off x="9812494" y="2234252"/>
            <a:ext cx="169953" cy="742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endCxn id="61" idx="1"/>
          </p:cNvCxnSpPr>
          <p:nvPr/>
        </p:nvCxnSpPr>
        <p:spPr>
          <a:xfrm>
            <a:off x="3426472" y="3579227"/>
            <a:ext cx="1633954" cy="84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/>
          <p:nvPr/>
        </p:nvCxnSpPr>
        <p:spPr>
          <a:xfrm>
            <a:off x="5237831" y="3605360"/>
            <a:ext cx="9082" cy="505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/>
          <p:nvPr/>
        </p:nvCxnSpPr>
        <p:spPr>
          <a:xfrm>
            <a:off x="6810301" y="3579227"/>
            <a:ext cx="9082" cy="505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/>
          <p:cNvCxnSpPr/>
          <p:nvPr/>
        </p:nvCxnSpPr>
        <p:spPr>
          <a:xfrm>
            <a:off x="8279919" y="3544399"/>
            <a:ext cx="0" cy="539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>
            <a:stCxn id="38" idx="2"/>
            <a:endCxn id="61" idx="3"/>
          </p:cNvCxnSpPr>
          <p:nvPr/>
        </p:nvCxnSpPr>
        <p:spPr>
          <a:xfrm flipH="1">
            <a:off x="8665029" y="3630188"/>
            <a:ext cx="1317418" cy="791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redondeado 60"/>
          <p:cNvSpPr/>
          <p:nvPr/>
        </p:nvSpPr>
        <p:spPr>
          <a:xfrm>
            <a:off x="5060426" y="4160135"/>
            <a:ext cx="3604603" cy="522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Reenviar</a:t>
            </a:r>
            <a:r>
              <a:rPr lang="en-US" dirty="0" smtClean="0"/>
              <a:t> a </a:t>
            </a:r>
            <a:r>
              <a:rPr lang="en-US" dirty="0" err="1" smtClean="0"/>
              <a:t>análisis</a:t>
            </a:r>
            <a:endParaRPr lang="es-GT" dirty="0"/>
          </a:p>
        </p:txBody>
      </p:sp>
      <p:cxnSp>
        <p:nvCxnSpPr>
          <p:cNvPr id="64" name="Conector recto de flecha 63"/>
          <p:cNvCxnSpPr>
            <a:endCxn id="65" idx="0"/>
          </p:cNvCxnSpPr>
          <p:nvPr/>
        </p:nvCxnSpPr>
        <p:spPr>
          <a:xfrm flipH="1">
            <a:off x="2353810" y="4666815"/>
            <a:ext cx="4538888" cy="613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redondeado 64"/>
          <p:cNvSpPr/>
          <p:nvPr/>
        </p:nvSpPr>
        <p:spPr>
          <a:xfrm>
            <a:off x="1635452" y="5279972"/>
            <a:ext cx="1436716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Aprobación</a:t>
            </a:r>
            <a:endParaRPr lang="es-GT" dirty="0"/>
          </a:p>
        </p:txBody>
      </p:sp>
      <p:sp>
        <p:nvSpPr>
          <p:cNvPr id="66" name="Rectángulo redondeado 65"/>
          <p:cNvSpPr/>
          <p:nvPr/>
        </p:nvSpPr>
        <p:spPr>
          <a:xfrm>
            <a:off x="4611188" y="5303524"/>
            <a:ext cx="1436716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Re-</a:t>
            </a:r>
            <a:r>
              <a:rPr lang="en-US" dirty="0" err="1" smtClean="0"/>
              <a:t>Análisis</a:t>
            </a:r>
            <a:r>
              <a:rPr lang="en-US" dirty="0" smtClean="0"/>
              <a:t> </a:t>
            </a:r>
            <a:r>
              <a:rPr lang="en-US" dirty="0" err="1" smtClean="0"/>
              <a:t>técnico</a:t>
            </a:r>
            <a:endParaRPr lang="es-GT" dirty="0"/>
          </a:p>
        </p:txBody>
      </p:sp>
      <p:sp>
        <p:nvSpPr>
          <p:cNvPr id="67" name="Rectángulo redondeado 66"/>
          <p:cNvSpPr/>
          <p:nvPr/>
        </p:nvSpPr>
        <p:spPr>
          <a:xfrm>
            <a:off x="6102324" y="5299960"/>
            <a:ext cx="1436716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Re-</a:t>
            </a:r>
            <a:r>
              <a:rPr lang="en-US" dirty="0" err="1" smtClean="0"/>
              <a:t>Análisis</a:t>
            </a:r>
            <a:r>
              <a:rPr lang="en-US" dirty="0" smtClean="0"/>
              <a:t> </a:t>
            </a:r>
            <a:r>
              <a:rPr lang="en-US" dirty="0" err="1" smtClean="0"/>
              <a:t>técnico</a:t>
            </a:r>
            <a:endParaRPr lang="es-GT" dirty="0"/>
          </a:p>
        </p:txBody>
      </p:sp>
      <p:sp>
        <p:nvSpPr>
          <p:cNvPr id="68" name="Rectángulo redondeado 67"/>
          <p:cNvSpPr/>
          <p:nvPr/>
        </p:nvSpPr>
        <p:spPr>
          <a:xfrm>
            <a:off x="7576043" y="5299960"/>
            <a:ext cx="2126471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Re-</a:t>
            </a:r>
            <a:r>
              <a:rPr lang="en-US" dirty="0" err="1" smtClean="0"/>
              <a:t>Análisis</a:t>
            </a:r>
            <a:r>
              <a:rPr lang="en-US" dirty="0" smtClean="0"/>
              <a:t> </a:t>
            </a:r>
            <a:r>
              <a:rPr lang="en-US" dirty="0" err="1" smtClean="0"/>
              <a:t>técnico</a:t>
            </a:r>
            <a:r>
              <a:rPr lang="en-US" dirty="0" smtClean="0"/>
              <a:t> y </a:t>
            </a:r>
            <a:r>
              <a:rPr lang="en-US" dirty="0" err="1" smtClean="0"/>
              <a:t>Juridico</a:t>
            </a:r>
            <a:endParaRPr lang="es-GT" dirty="0"/>
          </a:p>
        </p:txBody>
      </p:sp>
      <p:sp>
        <p:nvSpPr>
          <p:cNvPr id="69" name="Rectángulo redondeado 68"/>
          <p:cNvSpPr/>
          <p:nvPr/>
        </p:nvSpPr>
        <p:spPr>
          <a:xfrm>
            <a:off x="3123320" y="5279972"/>
            <a:ext cx="1436716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Denegación</a:t>
            </a:r>
            <a:endParaRPr lang="es-GT" dirty="0"/>
          </a:p>
        </p:txBody>
      </p:sp>
      <p:sp>
        <p:nvSpPr>
          <p:cNvPr id="70" name="Rectángulo redondeado 69"/>
          <p:cNvSpPr/>
          <p:nvPr/>
        </p:nvSpPr>
        <p:spPr>
          <a:xfrm>
            <a:off x="9739517" y="5279972"/>
            <a:ext cx="1436716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Enmiendas</a:t>
            </a:r>
            <a:endParaRPr lang="es-GT" dirty="0"/>
          </a:p>
        </p:txBody>
      </p:sp>
      <p:cxnSp>
        <p:nvCxnSpPr>
          <p:cNvPr id="72" name="Conector recto de flecha 71"/>
          <p:cNvCxnSpPr>
            <a:stCxn id="61" idx="2"/>
            <a:endCxn id="69" idx="0"/>
          </p:cNvCxnSpPr>
          <p:nvPr/>
        </p:nvCxnSpPr>
        <p:spPr>
          <a:xfrm flipH="1">
            <a:off x="3841678" y="4682651"/>
            <a:ext cx="3021050" cy="597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/>
          <p:cNvCxnSpPr>
            <a:stCxn id="61" idx="2"/>
            <a:endCxn id="66" idx="0"/>
          </p:cNvCxnSpPr>
          <p:nvPr/>
        </p:nvCxnSpPr>
        <p:spPr>
          <a:xfrm flipH="1">
            <a:off x="5329546" y="4682651"/>
            <a:ext cx="1533182" cy="620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/>
          <p:cNvCxnSpPr>
            <a:stCxn id="61" idx="2"/>
            <a:endCxn id="67" idx="0"/>
          </p:cNvCxnSpPr>
          <p:nvPr/>
        </p:nvCxnSpPr>
        <p:spPr>
          <a:xfrm flipH="1">
            <a:off x="6820682" y="4682651"/>
            <a:ext cx="42046" cy="617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/>
          <p:cNvCxnSpPr>
            <a:stCxn id="61" idx="2"/>
            <a:endCxn id="68" idx="0"/>
          </p:cNvCxnSpPr>
          <p:nvPr/>
        </p:nvCxnSpPr>
        <p:spPr>
          <a:xfrm>
            <a:off x="6862728" y="4682651"/>
            <a:ext cx="1776551" cy="617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/>
          <p:cNvCxnSpPr>
            <a:stCxn id="61" idx="2"/>
            <a:endCxn id="70" idx="0"/>
          </p:cNvCxnSpPr>
          <p:nvPr/>
        </p:nvCxnSpPr>
        <p:spPr>
          <a:xfrm>
            <a:off x="6862728" y="4682651"/>
            <a:ext cx="3595147" cy="597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633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39</Words>
  <Application>Microsoft Office PowerPoint</Application>
  <PresentationFormat>Panorámica</PresentationFormat>
  <Paragraphs>19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Dicotómico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Dicotómico</dc:title>
  <dc:creator>INTECNOVA</dc:creator>
  <cp:lastModifiedBy>INTECNOVA</cp:lastModifiedBy>
  <cp:revision>5</cp:revision>
  <dcterms:created xsi:type="dcterms:W3CDTF">2022-09-13T16:14:08Z</dcterms:created>
  <dcterms:modified xsi:type="dcterms:W3CDTF">2022-09-13T17:45:07Z</dcterms:modified>
</cp:coreProperties>
</file>